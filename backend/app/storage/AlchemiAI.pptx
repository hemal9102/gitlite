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3e2b3d47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3e2b3d47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3e2b3d470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b3e2b3d470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3e2b3d470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b3e2b3d47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3e2b3d47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b3e2b3d47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3e2b3d470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3e2b3d47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3e2b3d470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3e2b3d470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9936"/>
            <a:ext cx="9143544" cy="51075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9936"/>
            <a:ext cx="9143544" cy="51075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 rotWithShape="1">
          <a:blip r:embed="rId3">
            <a:alphaModFix/>
          </a:blip>
          <a:srcRect b="59" l="0" r="0" t="49"/>
          <a:stretch/>
        </p:blipFill>
        <p:spPr>
          <a:xfrm>
            <a:off x="152400" y="152400"/>
            <a:ext cx="8991601" cy="50173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8253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owth chart showing the expansion from one plant (Urea) to the entire GSFC ecosystem.&#10;&#10;Target: 22+ Plants at GSFC Vadodara (Ammonia, Urea, Nylon-6, Caprolactam).&#10;&#10;Phase 1 (Incubation): 6-month pilot in the Urea Plant.&#10;&#10;Phase 2 (Growth): Expanding to all industrial units and Sikka Unit.&#10;&#10;Monetization: &quot;Safety-as-a-Service&quot; (Saas) license for the software + hardware maintenance."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quot;add thank you slide from hemal shah and the end &quot; nothing else" id="79" name="Google Shape;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